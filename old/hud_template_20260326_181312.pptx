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>
            <a:spLocks noSelect="1" noResize="1" noMov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0%</a:t>
            </a:r>
          </a:p>
        </p:txBody>
      </p:sp>
      <p:sp>
        <p:nvSpPr>
          <p:cNvPr id="13" name="TextBox 12"/>
          <p:cNvSpPr txBox="1">
            <a:spLocks noSelect="1" noResize="1" noMove="1"/>
          </p:cNvSpPr>
          <p:nvPr/>
        </p:nvSpPr>
        <p:spPr>
          <a:xfrm>
            <a:off x="594360" y="3017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TITLE SLIDE</a:t>
            </a:r>
          </a:p>
        </p:txBody>
      </p:sp>
      <p:sp>
        <p:nvSpPr>
          <p:cNvPr id="14" name="TextBox 13"/>
          <p:cNvSpPr txBox="1">
            <a:spLocks noSelect="1" noResize="1" noMove="1"/>
          </p:cNvSpPr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00 / 07</a:t>
            </a:r>
          </a:p>
        </p:txBody>
      </p:sp>
      <p:sp>
        <p:nvSpPr>
          <p:cNvPr id="15" name="Rectangle 14"/>
          <p:cNvSpPr>
            <a:spLocks noSelect="1" noResize="1" noMove="1"/>
          </p:cNvSpPr>
          <p:nvPr/>
        </p:nvSpPr>
        <p:spPr>
          <a:xfrm>
            <a:off x="5850696" y="0"/>
            <a:ext cx="18288" cy="6858000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68984" y="0"/>
            <a:ext cx="6319967" cy="6858000"/>
          </a:xfrm>
          <a:prstGeom prst="rect">
            <a:avLst/>
          </a:prstGeom>
          <a:solidFill>
            <a:srgbClr val="060E04"/>
          </a:solidFill>
          <a:ln w="1270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371600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SYSTEM BOOT..........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700784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LOADING ASSETS....... 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029968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ESTABLISHING LINK.... 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487168"/>
            <a:ext cx="256032" cy="36576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78608"/>
            <a:ext cx="525633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C0DD97"/>
                </a:solidFill>
                <a:latin typeface="Courier New"/>
              </a:rPr>
              <a:t>OPERATION MISSFITS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429000"/>
            <a:ext cx="5256336" cy="13716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493008"/>
            <a:ext cx="52563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0DD97"/>
                </a:solidFill>
                <a:latin typeface="Courier New"/>
              </a:rPr>
              <a:t>MISSES &amp; FITS LAW — MISSION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977639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CALLSIGN.............. MISSFITS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06823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UNIT................... MISSES &amp; FITS LAW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36007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DATE OF BRIEFING...... 26-03-2026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65191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39922"/>
                </a:solidFill>
                <a:latin typeface="Courier New"/>
              </a:rPr>
              <a:t>&gt;  LEGAL AMMO STATUS..... FULLY LOADED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21808"/>
            <a:ext cx="5256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READY 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822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822960"/>
            <a:ext cx="10451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7C459"/>
                </a:solidFill>
                <a:latin typeface="Courier New"/>
              </a:rPr>
              <a:t>00 / 07</a:t>
            </a:r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188720"/>
            <a:ext cx="104515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TABLE OF CONTENTS</a:t>
            </a:r>
          </a:p>
        </p:txBody>
      </p:sp>
      <p:sp>
        <p:nvSpPr>
          <p:cNvPr id="15" name="Rectangle 14"/>
          <p:cNvSpPr>
            <a:spLocks noSelect="1" noResize="1" noMove="1"/>
          </p:cNvSpPr>
          <p:nvPr/>
        </p:nvSpPr>
        <p:spPr>
          <a:xfrm>
            <a:off x="868680" y="1874519"/>
            <a:ext cx="1045159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65960"/>
            <a:ext cx="10451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LOADING MISSION INDEX...........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37744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01  //  OPERATION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4476" y="237744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02  //  PRIMARY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88036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03  //  VISUAL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6" y="288036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04  //  DUAL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8328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05  //  DATA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4476" y="338328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06  //  FIELD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86200"/>
            <a:ext cx="50429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7C459"/>
                </a:solidFill>
                <a:latin typeface="Courier New"/>
              </a:rPr>
              <a:t>&gt;  07  //  MISSION DEBRIEF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94960"/>
            <a:ext cx="10451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&gt;  AWAITING INPUT _</a:t>
            </a:r>
          </a:p>
        </p:txBody>
      </p:sp>
      <p:sp>
        <p:nvSpPr>
          <p:cNvPr id="25" name="Rectangle 24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1306449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MISSION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01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OPERATION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STRATEGIC OVERVIEW — UNIT ALPHA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Use this slide for your title and mission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Subtitle acts as a secondary context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Corner brackets define the slide boundary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2612898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02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PRIMARY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PHASE 1 TARGETS —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State your main argument or goal clearly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Each bullet maps to one clear action or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Color draws the eye to what matters most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3919347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VISUAL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03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SINGLE IMAGE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REPLACE PLACEHOLDER WITH YOUR IMAGE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1127455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5225796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04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DUAL IMAGE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SIDE-BY-SIDE VISUAL COMPARISON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5545836" cy="3200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2194560"/>
            <a:ext cx="554583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6532245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05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DATA TABLE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EDIT ROWS AND COLUMNS AS NEEDED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194560"/>
          <a:ext cx="1127455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CATEGORY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A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B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01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ACTIVE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02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STANDBY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03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OFFLINE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7838694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06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FIELD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DATA REVIEW — SECTOR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Add your analysis points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Keep bullets short and impactful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Replace with your own 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Select="1" noResize="1" noMov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>
            <a:spLocks noSelect="1" noResize="1" noMov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>
            <a:spLocks noSelect="1" noResize="1" noMov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>
            <a:spLocks noSelect="1" noResize="1" noMov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>
            <a:spLocks noSelect="1" noResize="1" noMov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>
            <a:spLocks noSelect="1" noResize="1" noMov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>
            <a:spLocks noSelect="1" noResize="1" noMov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Select="1" noResize="1" noMov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>
            <a:spLocks noSelect="1" noResize="1" noMov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>
            <a:spLocks noSelect="1" noResize="1" noMov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>
            <a:spLocks noSelect="1" noResize="1" noMov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>
            <a:spLocks noSelect="1" noResize="1" noMov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9145143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DEBRIEF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07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MISSION DEBRIEF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POST-ACTION SUMMARY — ALL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Summarize key takeaways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Call to action goes on the last slide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Progress bar reaches 100% — mission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