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Select="1" noResize="1" noMove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>
            <a:spLocks noSelect="1" noResize="1" noMove="1"/>
          </p:cNvSpPr>
          <p:nvPr/>
        </p:nvSpPr>
        <p:spPr>
          <a:xfrm>
            <a:off x="320040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>
            <a:spLocks noSelect="1" noResize="1" noMove="1"/>
          </p:cNvSpPr>
          <p:nvPr/>
        </p:nvSpPr>
        <p:spPr>
          <a:xfrm>
            <a:off x="32004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>
            <a:spLocks noSelect="1" noResize="1" noMove="1"/>
          </p:cNvSpPr>
          <p:nvPr/>
        </p:nvSpPr>
        <p:spPr>
          <a:xfrm>
            <a:off x="11548872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>
            <a:spLocks noSelect="1" noResize="1" noMove="1"/>
          </p:cNvSpPr>
          <p:nvPr/>
        </p:nvSpPr>
        <p:spPr>
          <a:xfrm>
            <a:off x="1181862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>
            <a:spLocks noSelect="1" noResize="1" noMove="1"/>
          </p:cNvSpPr>
          <p:nvPr/>
        </p:nvSpPr>
        <p:spPr>
          <a:xfrm>
            <a:off x="320040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>
            <a:spLocks noSelect="1" noResize="1" noMove="1"/>
          </p:cNvSpPr>
          <p:nvPr/>
        </p:nvSpPr>
        <p:spPr>
          <a:xfrm>
            <a:off x="32004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>
            <a:spLocks noSelect="1" noResize="1" noMove="1"/>
          </p:cNvSpPr>
          <p:nvPr/>
        </p:nvSpPr>
        <p:spPr>
          <a:xfrm>
            <a:off x="11548872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>
            <a:spLocks noSelect="1" noResize="1" noMove="1"/>
          </p:cNvSpPr>
          <p:nvPr/>
        </p:nvSpPr>
        <p:spPr>
          <a:xfrm>
            <a:off x="1181862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>
            <a:spLocks noSelect="1" noResize="1" noMove="1"/>
          </p:cNvSpPr>
          <p:nvPr/>
        </p:nvSpPr>
        <p:spPr>
          <a:xfrm>
            <a:off x="594360" y="6373368"/>
            <a:ext cx="11000232" cy="50292"/>
          </a:xfrm>
          <a:prstGeom prst="rect">
            <a:avLst/>
          </a:prstGeom>
          <a:solidFill>
            <a:srgbClr val="1A2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>
            <a:spLocks noSelect="1" noResize="1" noMove="1"/>
          </p:cNvSpPr>
          <p:nvPr/>
        </p:nvSpPr>
        <p:spPr>
          <a:xfrm>
            <a:off x="594360" y="615391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3B6D11"/>
                </a:solidFill>
                <a:latin typeface="Courier New"/>
              </a:rPr>
              <a:t>PROGRESS: 0%</a:t>
            </a:r>
          </a:p>
        </p:txBody>
      </p:sp>
      <p:sp>
        <p:nvSpPr>
          <p:cNvPr id="13" name="TextBox 12"/>
          <p:cNvSpPr txBox="1">
            <a:spLocks noSelect="1" noResize="1" noMove="1"/>
          </p:cNvSpPr>
          <p:nvPr/>
        </p:nvSpPr>
        <p:spPr>
          <a:xfrm>
            <a:off x="594360" y="30175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3B6D11"/>
                </a:solidFill>
                <a:latin typeface="Courier New"/>
              </a:rPr>
              <a:t>TITLE SLIDE</a:t>
            </a:r>
          </a:p>
        </p:txBody>
      </p:sp>
      <p:sp>
        <p:nvSpPr>
          <p:cNvPr id="14" name="TextBox 13"/>
          <p:cNvSpPr txBox="1">
            <a:spLocks noSelect="1" noResize="1" noMove="1"/>
          </p:cNvSpPr>
          <p:nvPr/>
        </p:nvSpPr>
        <p:spPr>
          <a:xfrm>
            <a:off x="10405872" y="30175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3B6D11"/>
                </a:solidFill>
                <a:latin typeface="Courier New"/>
              </a:rPr>
              <a:t>00 / 07</a:t>
            </a:r>
          </a:p>
        </p:txBody>
      </p:sp>
      <p:sp>
        <p:nvSpPr>
          <p:cNvPr id="15" name="Rectangle 14"/>
          <p:cNvSpPr>
            <a:spLocks noSelect="1" noResize="1" noMove="1"/>
          </p:cNvSpPr>
          <p:nvPr/>
        </p:nvSpPr>
        <p:spPr>
          <a:xfrm>
            <a:off x="5850696" y="0"/>
            <a:ext cx="18288" cy="6858000"/>
          </a:xfrm>
          <a:prstGeom prst="rect">
            <a:avLst/>
          </a:prstGeom>
          <a:solidFill>
            <a:srgbClr val="3B6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68984" y="0"/>
            <a:ext cx="6319967" cy="6858000"/>
          </a:xfrm>
          <a:prstGeom prst="rect">
            <a:avLst/>
          </a:prstGeom>
          <a:solidFill>
            <a:srgbClr val="060E04"/>
          </a:solidFill>
          <a:ln w="1270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1371600"/>
            <a:ext cx="52563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3B6D11"/>
                </a:solidFill>
                <a:latin typeface="Courier New"/>
              </a:rPr>
              <a:t>&gt;  SYSTEM BOOT.......... 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1700784"/>
            <a:ext cx="52563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3B6D11"/>
                </a:solidFill>
                <a:latin typeface="Courier New"/>
              </a:rPr>
              <a:t>&gt;  LOADING ASSETS....... 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029968"/>
            <a:ext cx="52563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3B6D11"/>
                </a:solidFill>
                <a:latin typeface="Courier New"/>
              </a:rPr>
              <a:t>&gt;  ESTABLISHING LINK.... 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2487168"/>
            <a:ext cx="256032" cy="36576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578608"/>
            <a:ext cx="5256336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C0DD97"/>
                </a:solidFill>
                <a:latin typeface="Courier New"/>
              </a:rPr>
              <a:t>OPERATION MISSFITS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3429000"/>
            <a:ext cx="5256336" cy="13716"/>
          </a:xfrm>
          <a:prstGeom prst="rect">
            <a:avLst/>
          </a:prstGeom>
          <a:solidFill>
            <a:srgbClr val="3B6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493008"/>
            <a:ext cx="525633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0DD97"/>
                </a:solidFill>
                <a:latin typeface="Courier New"/>
              </a:rPr>
              <a:t>MISSES &amp; FITS LAW — MISSION BRIEFING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977639"/>
            <a:ext cx="52563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39922"/>
                </a:solidFill>
                <a:latin typeface="Courier New"/>
              </a:rPr>
              <a:t>&gt;  CALLSIGN.............. MISSFITS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306823"/>
            <a:ext cx="52563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39922"/>
                </a:solidFill>
                <a:latin typeface="Courier New"/>
              </a:rPr>
              <a:t>&gt;  UNIT................... MISSES &amp; FITS LAW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636007"/>
            <a:ext cx="52563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39922"/>
                </a:solidFill>
                <a:latin typeface="Courier New"/>
              </a:rPr>
              <a:t>&gt;  DATE OF BRIEFING...... 26-03-2026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4965191"/>
            <a:ext cx="52563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39922"/>
                </a:solidFill>
                <a:latin typeface="Courier New"/>
              </a:rPr>
              <a:t>&gt;  LEGAL AMMO STATUS..... FULLY LOADED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321808"/>
            <a:ext cx="52563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3B6D11"/>
                </a:solidFill>
                <a:latin typeface="Courier New"/>
              </a:rPr>
              <a:t>&gt;  READY 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Select="1" noResize="1" noMove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>
            <a:spLocks noSelect="1" noResize="1" noMove="1"/>
          </p:cNvSpPr>
          <p:nvPr/>
        </p:nvSpPr>
        <p:spPr>
          <a:xfrm>
            <a:off x="320040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>
            <a:spLocks noSelect="1" noResize="1" noMove="1"/>
          </p:cNvSpPr>
          <p:nvPr/>
        </p:nvSpPr>
        <p:spPr>
          <a:xfrm>
            <a:off x="32004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>
            <a:spLocks noSelect="1" noResize="1" noMove="1"/>
          </p:cNvSpPr>
          <p:nvPr/>
        </p:nvSpPr>
        <p:spPr>
          <a:xfrm>
            <a:off x="11548872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>
            <a:spLocks noSelect="1" noResize="1" noMove="1"/>
          </p:cNvSpPr>
          <p:nvPr/>
        </p:nvSpPr>
        <p:spPr>
          <a:xfrm>
            <a:off x="1181862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>
            <a:spLocks noSelect="1" noResize="1" noMove="1"/>
          </p:cNvSpPr>
          <p:nvPr/>
        </p:nvSpPr>
        <p:spPr>
          <a:xfrm>
            <a:off x="320040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>
            <a:spLocks noSelect="1" noResize="1" noMove="1"/>
          </p:cNvSpPr>
          <p:nvPr/>
        </p:nvSpPr>
        <p:spPr>
          <a:xfrm>
            <a:off x="32004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>
            <a:spLocks noSelect="1" noResize="1" noMove="1"/>
          </p:cNvSpPr>
          <p:nvPr/>
        </p:nvSpPr>
        <p:spPr>
          <a:xfrm>
            <a:off x="11548872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>
            <a:spLocks noSelect="1" noResize="1" noMove="1"/>
          </p:cNvSpPr>
          <p:nvPr/>
        </p:nvSpPr>
        <p:spPr>
          <a:xfrm>
            <a:off x="1181862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>
            <a:spLocks noSelect="1" noResize="1" noMove="1"/>
          </p:cNvSpPr>
          <p:nvPr/>
        </p:nvSpPr>
        <p:spPr>
          <a:xfrm>
            <a:off x="457200" y="1097280"/>
            <a:ext cx="457200" cy="4572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>
            <a:spLocks noSelect="1" noResize="1" noMove="1"/>
          </p:cNvSpPr>
          <p:nvPr/>
        </p:nvSpPr>
        <p:spPr>
          <a:xfrm>
            <a:off x="457200" y="1874519"/>
            <a:ext cx="11274552" cy="18288"/>
          </a:xfrm>
          <a:prstGeom prst="rect">
            <a:avLst/>
          </a:prstGeom>
          <a:solidFill>
            <a:srgbClr val="3B6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>
            <a:spLocks noSelect="1" noResize="1" noMove="1"/>
          </p:cNvSpPr>
          <p:nvPr/>
        </p:nvSpPr>
        <p:spPr>
          <a:xfrm>
            <a:off x="868680" y="6281928"/>
            <a:ext cx="10451592" cy="73152"/>
          </a:xfrm>
          <a:prstGeom prst="rect">
            <a:avLst/>
          </a:prstGeom>
          <a:solidFill>
            <a:srgbClr val="1A2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6281928"/>
            <a:ext cx="1306449" cy="7315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6025896"/>
            <a:ext cx="2743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7C459"/>
                </a:solidFill>
                <a:latin typeface="Courier New"/>
              </a:rPr>
              <a:t>PROGRESS: 12%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0175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3B6D11"/>
                </a:solidFill>
                <a:latin typeface="Courier New"/>
              </a:rPr>
              <a:t>MISSION BRIEF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5872" y="30175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3B6D11"/>
                </a:solidFill>
                <a:latin typeface="Courier New"/>
              </a:rPr>
              <a:t>01 / 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1887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DD97"/>
                </a:solidFill>
                <a:latin typeface="Courier New"/>
              </a:rPr>
              <a:t>OPERATION BRIEFING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920240"/>
            <a:ext cx="11548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39922"/>
                </a:solidFill>
                <a:latin typeface="Courier New"/>
              </a:rPr>
              <a:t>STRATEGIC OVERVIEW — UNIT ALPHA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42316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39922"/>
                </a:solidFill>
                <a:latin typeface="Courier New"/>
              </a:rPr>
              <a:t>&gt; Use this slide for your title and mission statement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862072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39922"/>
                </a:solidFill>
                <a:latin typeface="Courier New"/>
              </a:rPr>
              <a:t>&gt; Subtitle acts as a secondary context 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300984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39922"/>
                </a:solidFill>
                <a:latin typeface="Courier New"/>
              </a:rPr>
              <a:t>&gt; Corner brackets define the slide boundary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Select="1" noResize="1" noMove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>
            <a:spLocks noSelect="1" noResize="1" noMove="1"/>
          </p:cNvSpPr>
          <p:nvPr/>
        </p:nvSpPr>
        <p:spPr>
          <a:xfrm>
            <a:off x="320040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>
            <a:spLocks noSelect="1" noResize="1" noMove="1"/>
          </p:cNvSpPr>
          <p:nvPr/>
        </p:nvSpPr>
        <p:spPr>
          <a:xfrm>
            <a:off x="32004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>
            <a:spLocks noSelect="1" noResize="1" noMove="1"/>
          </p:cNvSpPr>
          <p:nvPr/>
        </p:nvSpPr>
        <p:spPr>
          <a:xfrm>
            <a:off x="11548872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>
            <a:spLocks noSelect="1" noResize="1" noMove="1"/>
          </p:cNvSpPr>
          <p:nvPr/>
        </p:nvSpPr>
        <p:spPr>
          <a:xfrm>
            <a:off x="1181862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>
            <a:spLocks noSelect="1" noResize="1" noMove="1"/>
          </p:cNvSpPr>
          <p:nvPr/>
        </p:nvSpPr>
        <p:spPr>
          <a:xfrm>
            <a:off x="320040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>
            <a:spLocks noSelect="1" noResize="1" noMove="1"/>
          </p:cNvSpPr>
          <p:nvPr/>
        </p:nvSpPr>
        <p:spPr>
          <a:xfrm>
            <a:off x="32004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>
            <a:spLocks noSelect="1" noResize="1" noMove="1"/>
          </p:cNvSpPr>
          <p:nvPr/>
        </p:nvSpPr>
        <p:spPr>
          <a:xfrm>
            <a:off x="11548872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>
            <a:spLocks noSelect="1" noResize="1" noMove="1"/>
          </p:cNvSpPr>
          <p:nvPr/>
        </p:nvSpPr>
        <p:spPr>
          <a:xfrm>
            <a:off x="1181862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>
            <a:spLocks noSelect="1" noResize="1" noMove="1"/>
          </p:cNvSpPr>
          <p:nvPr/>
        </p:nvSpPr>
        <p:spPr>
          <a:xfrm>
            <a:off x="457200" y="1097280"/>
            <a:ext cx="457200" cy="4572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>
            <a:spLocks noSelect="1" noResize="1" noMove="1"/>
          </p:cNvSpPr>
          <p:nvPr/>
        </p:nvSpPr>
        <p:spPr>
          <a:xfrm>
            <a:off x="457200" y="1874519"/>
            <a:ext cx="11274552" cy="18288"/>
          </a:xfrm>
          <a:prstGeom prst="rect">
            <a:avLst/>
          </a:prstGeom>
          <a:solidFill>
            <a:srgbClr val="3B6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>
            <a:spLocks noSelect="1" noResize="1" noMove="1"/>
          </p:cNvSpPr>
          <p:nvPr/>
        </p:nvSpPr>
        <p:spPr>
          <a:xfrm>
            <a:off x="868680" y="6281928"/>
            <a:ext cx="10451592" cy="73152"/>
          </a:xfrm>
          <a:prstGeom prst="rect">
            <a:avLst/>
          </a:prstGeom>
          <a:solidFill>
            <a:srgbClr val="1A2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6281928"/>
            <a:ext cx="2612898" cy="7315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6025896"/>
            <a:ext cx="2743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7C459"/>
                </a:solidFill>
                <a:latin typeface="Courier New"/>
              </a:rPr>
              <a:t>PROGRESS: 25%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0175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3B6D11"/>
                </a:solidFill>
                <a:latin typeface="Courier New"/>
              </a:rPr>
              <a:t>OBJECTIVES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5872" y="30175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3B6D11"/>
                </a:solidFill>
                <a:latin typeface="Courier New"/>
              </a:rPr>
              <a:t>02 / 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1887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DD97"/>
                </a:solidFill>
                <a:latin typeface="Courier New"/>
              </a:rPr>
              <a:t>PRIMARY OBJECTIVES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920240"/>
            <a:ext cx="11548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39922"/>
                </a:solidFill>
                <a:latin typeface="Courier New"/>
              </a:rPr>
              <a:t>PHASE 1 TARGETS — CONFIRMED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42316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39922"/>
                </a:solidFill>
                <a:latin typeface="Courier New"/>
              </a:rPr>
              <a:t>&gt; State your main argument or goal clearly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862072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39922"/>
                </a:solidFill>
                <a:latin typeface="Courier New"/>
              </a:rPr>
              <a:t>&gt; Each bullet maps to one clear action or point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300984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39922"/>
                </a:solidFill>
                <a:latin typeface="Courier New"/>
              </a:rPr>
              <a:t>&gt; Color draws the eye to what matters most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Select="1" noResize="1" noMove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>
            <a:spLocks noSelect="1" noResize="1" noMove="1"/>
          </p:cNvSpPr>
          <p:nvPr/>
        </p:nvSpPr>
        <p:spPr>
          <a:xfrm>
            <a:off x="320040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>
            <a:spLocks noSelect="1" noResize="1" noMove="1"/>
          </p:cNvSpPr>
          <p:nvPr/>
        </p:nvSpPr>
        <p:spPr>
          <a:xfrm>
            <a:off x="32004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>
            <a:spLocks noSelect="1" noResize="1" noMove="1"/>
          </p:cNvSpPr>
          <p:nvPr/>
        </p:nvSpPr>
        <p:spPr>
          <a:xfrm>
            <a:off x="11548872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>
            <a:spLocks noSelect="1" noResize="1" noMove="1"/>
          </p:cNvSpPr>
          <p:nvPr/>
        </p:nvSpPr>
        <p:spPr>
          <a:xfrm>
            <a:off x="1181862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>
            <a:spLocks noSelect="1" noResize="1" noMove="1"/>
          </p:cNvSpPr>
          <p:nvPr/>
        </p:nvSpPr>
        <p:spPr>
          <a:xfrm>
            <a:off x="320040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>
            <a:spLocks noSelect="1" noResize="1" noMove="1"/>
          </p:cNvSpPr>
          <p:nvPr/>
        </p:nvSpPr>
        <p:spPr>
          <a:xfrm>
            <a:off x="32004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>
            <a:spLocks noSelect="1" noResize="1" noMove="1"/>
          </p:cNvSpPr>
          <p:nvPr/>
        </p:nvSpPr>
        <p:spPr>
          <a:xfrm>
            <a:off x="11548872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>
            <a:spLocks noSelect="1" noResize="1" noMove="1"/>
          </p:cNvSpPr>
          <p:nvPr/>
        </p:nvSpPr>
        <p:spPr>
          <a:xfrm>
            <a:off x="1181862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>
            <a:spLocks noSelect="1" noResize="1" noMove="1"/>
          </p:cNvSpPr>
          <p:nvPr/>
        </p:nvSpPr>
        <p:spPr>
          <a:xfrm>
            <a:off x="457200" y="1097280"/>
            <a:ext cx="457200" cy="4572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>
            <a:spLocks noSelect="1" noResize="1" noMove="1"/>
          </p:cNvSpPr>
          <p:nvPr/>
        </p:nvSpPr>
        <p:spPr>
          <a:xfrm>
            <a:off x="457200" y="1874519"/>
            <a:ext cx="11274552" cy="18288"/>
          </a:xfrm>
          <a:prstGeom prst="rect">
            <a:avLst/>
          </a:prstGeom>
          <a:solidFill>
            <a:srgbClr val="3B6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>
            <a:spLocks noSelect="1" noResize="1" noMove="1"/>
          </p:cNvSpPr>
          <p:nvPr/>
        </p:nvSpPr>
        <p:spPr>
          <a:xfrm>
            <a:off x="868680" y="6281928"/>
            <a:ext cx="10451592" cy="73152"/>
          </a:xfrm>
          <a:prstGeom prst="rect">
            <a:avLst/>
          </a:prstGeom>
          <a:solidFill>
            <a:srgbClr val="1A2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6281928"/>
            <a:ext cx="3919347" cy="7315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6025896"/>
            <a:ext cx="2743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7C459"/>
                </a:solidFill>
                <a:latin typeface="Courier New"/>
              </a:rPr>
              <a:t>PROGRESS: 38%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0175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3B6D11"/>
                </a:solidFill>
                <a:latin typeface="Courier New"/>
              </a:rPr>
              <a:t>VISUAL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5872" y="30175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3B6D11"/>
                </a:solidFill>
                <a:latin typeface="Courier New"/>
              </a:rPr>
              <a:t>03 / 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1887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DD97"/>
                </a:solidFill>
                <a:latin typeface="Courier New"/>
              </a:rPr>
              <a:t>SINGLE IMAGE LAYOUT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920240"/>
            <a:ext cx="11548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39922"/>
                </a:solidFill>
                <a:latin typeface="Courier New"/>
              </a:rPr>
              <a:t>REPLACE PLACEHOLDER WITH YOUR IMAGE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94560"/>
            <a:ext cx="11274552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Select="1" noResize="1" noMove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>
            <a:spLocks noSelect="1" noResize="1" noMove="1"/>
          </p:cNvSpPr>
          <p:nvPr/>
        </p:nvSpPr>
        <p:spPr>
          <a:xfrm>
            <a:off x="320040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>
            <a:spLocks noSelect="1" noResize="1" noMove="1"/>
          </p:cNvSpPr>
          <p:nvPr/>
        </p:nvSpPr>
        <p:spPr>
          <a:xfrm>
            <a:off x="32004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>
            <a:spLocks noSelect="1" noResize="1" noMove="1"/>
          </p:cNvSpPr>
          <p:nvPr/>
        </p:nvSpPr>
        <p:spPr>
          <a:xfrm>
            <a:off x="11548872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>
            <a:spLocks noSelect="1" noResize="1" noMove="1"/>
          </p:cNvSpPr>
          <p:nvPr/>
        </p:nvSpPr>
        <p:spPr>
          <a:xfrm>
            <a:off x="1181862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>
            <a:spLocks noSelect="1" noResize="1" noMove="1"/>
          </p:cNvSpPr>
          <p:nvPr/>
        </p:nvSpPr>
        <p:spPr>
          <a:xfrm>
            <a:off x="320040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>
            <a:spLocks noSelect="1" noResize="1" noMove="1"/>
          </p:cNvSpPr>
          <p:nvPr/>
        </p:nvSpPr>
        <p:spPr>
          <a:xfrm>
            <a:off x="32004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>
            <a:spLocks noSelect="1" noResize="1" noMove="1"/>
          </p:cNvSpPr>
          <p:nvPr/>
        </p:nvSpPr>
        <p:spPr>
          <a:xfrm>
            <a:off x="11548872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>
            <a:spLocks noSelect="1" noResize="1" noMove="1"/>
          </p:cNvSpPr>
          <p:nvPr/>
        </p:nvSpPr>
        <p:spPr>
          <a:xfrm>
            <a:off x="1181862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>
            <a:spLocks noSelect="1" noResize="1" noMove="1"/>
          </p:cNvSpPr>
          <p:nvPr/>
        </p:nvSpPr>
        <p:spPr>
          <a:xfrm>
            <a:off x="457200" y="1097280"/>
            <a:ext cx="457200" cy="4572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>
            <a:spLocks noSelect="1" noResize="1" noMove="1"/>
          </p:cNvSpPr>
          <p:nvPr/>
        </p:nvSpPr>
        <p:spPr>
          <a:xfrm>
            <a:off x="457200" y="1874519"/>
            <a:ext cx="11274552" cy="18288"/>
          </a:xfrm>
          <a:prstGeom prst="rect">
            <a:avLst/>
          </a:prstGeom>
          <a:solidFill>
            <a:srgbClr val="3B6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>
            <a:spLocks noSelect="1" noResize="1" noMove="1"/>
          </p:cNvSpPr>
          <p:nvPr/>
        </p:nvSpPr>
        <p:spPr>
          <a:xfrm>
            <a:off x="868680" y="6281928"/>
            <a:ext cx="10451592" cy="73152"/>
          </a:xfrm>
          <a:prstGeom prst="rect">
            <a:avLst/>
          </a:prstGeom>
          <a:solidFill>
            <a:srgbClr val="1A2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6281928"/>
            <a:ext cx="5225796" cy="7315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6025896"/>
            <a:ext cx="2743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7C459"/>
                </a:solidFill>
                <a:latin typeface="Courier New"/>
              </a:rPr>
              <a:t>PROGRESS: 50%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0175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3B6D11"/>
                </a:solidFill>
                <a:latin typeface="Courier New"/>
              </a:rPr>
              <a:t>COMPARISON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5872" y="30175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3B6D11"/>
                </a:solidFill>
                <a:latin typeface="Courier New"/>
              </a:rPr>
              <a:t>04 / 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1887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DD97"/>
                </a:solidFill>
                <a:latin typeface="Courier New"/>
              </a:rPr>
              <a:t>DUAL IMAGE LAYOUT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920240"/>
            <a:ext cx="11548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39922"/>
                </a:solidFill>
                <a:latin typeface="Courier New"/>
              </a:rPr>
              <a:t>SIDE-BY-SIDE VISUAL COMPARISON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94560"/>
            <a:ext cx="5545836" cy="3200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5916" y="2194560"/>
            <a:ext cx="5545836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Select="1" noResize="1" noMove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>
            <a:spLocks noSelect="1" noResize="1" noMove="1"/>
          </p:cNvSpPr>
          <p:nvPr/>
        </p:nvSpPr>
        <p:spPr>
          <a:xfrm>
            <a:off x="320040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>
            <a:spLocks noSelect="1" noResize="1" noMove="1"/>
          </p:cNvSpPr>
          <p:nvPr/>
        </p:nvSpPr>
        <p:spPr>
          <a:xfrm>
            <a:off x="32004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>
            <a:spLocks noSelect="1" noResize="1" noMove="1"/>
          </p:cNvSpPr>
          <p:nvPr/>
        </p:nvSpPr>
        <p:spPr>
          <a:xfrm>
            <a:off x="11548872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>
            <a:spLocks noSelect="1" noResize="1" noMove="1"/>
          </p:cNvSpPr>
          <p:nvPr/>
        </p:nvSpPr>
        <p:spPr>
          <a:xfrm>
            <a:off x="1181862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>
            <a:spLocks noSelect="1" noResize="1" noMove="1"/>
          </p:cNvSpPr>
          <p:nvPr/>
        </p:nvSpPr>
        <p:spPr>
          <a:xfrm>
            <a:off x="320040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>
            <a:spLocks noSelect="1" noResize="1" noMove="1"/>
          </p:cNvSpPr>
          <p:nvPr/>
        </p:nvSpPr>
        <p:spPr>
          <a:xfrm>
            <a:off x="32004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>
            <a:spLocks noSelect="1" noResize="1" noMove="1"/>
          </p:cNvSpPr>
          <p:nvPr/>
        </p:nvSpPr>
        <p:spPr>
          <a:xfrm>
            <a:off x="11548872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>
            <a:spLocks noSelect="1" noResize="1" noMove="1"/>
          </p:cNvSpPr>
          <p:nvPr/>
        </p:nvSpPr>
        <p:spPr>
          <a:xfrm>
            <a:off x="1181862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>
            <a:spLocks noSelect="1" noResize="1" noMove="1"/>
          </p:cNvSpPr>
          <p:nvPr/>
        </p:nvSpPr>
        <p:spPr>
          <a:xfrm>
            <a:off x="457200" y="1097280"/>
            <a:ext cx="457200" cy="4572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>
            <a:spLocks noSelect="1" noResize="1" noMove="1"/>
          </p:cNvSpPr>
          <p:nvPr/>
        </p:nvSpPr>
        <p:spPr>
          <a:xfrm>
            <a:off x="457200" y="1874519"/>
            <a:ext cx="11274552" cy="18288"/>
          </a:xfrm>
          <a:prstGeom prst="rect">
            <a:avLst/>
          </a:prstGeom>
          <a:solidFill>
            <a:srgbClr val="3B6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>
            <a:spLocks noSelect="1" noResize="1" noMove="1"/>
          </p:cNvSpPr>
          <p:nvPr/>
        </p:nvSpPr>
        <p:spPr>
          <a:xfrm>
            <a:off x="868680" y="6281928"/>
            <a:ext cx="10451592" cy="73152"/>
          </a:xfrm>
          <a:prstGeom prst="rect">
            <a:avLst/>
          </a:prstGeom>
          <a:solidFill>
            <a:srgbClr val="1A2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6281928"/>
            <a:ext cx="6532245" cy="7315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6025896"/>
            <a:ext cx="2743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7C459"/>
                </a:solidFill>
                <a:latin typeface="Courier New"/>
              </a:rPr>
              <a:t>PROGRESS: 62%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0175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3B6D11"/>
                </a:solidFill>
                <a:latin typeface="Courier New"/>
              </a:rPr>
              <a:t>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5872" y="30175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3B6D11"/>
                </a:solidFill>
                <a:latin typeface="Courier New"/>
              </a:rPr>
              <a:t>05 / 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1887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DD97"/>
                </a:solidFill>
                <a:latin typeface="Courier New"/>
              </a:rPr>
              <a:t>DATA TABLE LAYOUT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920240"/>
            <a:ext cx="11548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39922"/>
                </a:solidFill>
                <a:latin typeface="Courier New"/>
              </a:rPr>
              <a:t>EDIT ROWS AND COLUMNS AS NEEDED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57200" y="2194560"/>
          <a:ext cx="11274552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DD97"/>
                          </a:solidFill>
                          <a:latin typeface="Courier New"/>
                        </a:rPr>
                        <a:t>CATEGORY</a:t>
                      </a:r>
                    </a:p>
                  </a:txBody>
                  <a:tcPr>
                    <a:solidFill>
                      <a:srgbClr val="3B6D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DD97"/>
                          </a:solidFill>
                          <a:latin typeface="Courier New"/>
                        </a:rPr>
                        <a:t>VALUE A</a:t>
                      </a:r>
                    </a:p>
                  </a:txBody>
                  <a:tcPr>
                    <a:solidFill>
                      <a:srgbClr val="3B6D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DD97"/>
                          </a:solidFill>
                          <a:latin typeface="Courier New"/>
                        </a:rPr>
                        <a:t>VALUE B</a:t>
                      </a:r>
                    </a:p>
                  </a:txBody>
                  <a:tcPr>
                    <a:solidFill>
                      <a:srgbClr val="3B6D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DD97"/>
                          </a:solidFill>
                          <a:latin typeface="Courier New"/>
                        </a:rPr>
                        <a:t>STATUS</a:t>
                      </a:r>
                    </a:p>
                  </a:txBody>
                  <a:tcPr>
                    <a:solidFill>
                      <a:srgbClr val="3B6D1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Item 01</a:t>
                      </a:r>
                    </a:p>
                  </a:txBody>
                  <a:tcPr>
                    <a:solidFill>
                      <a:srgbClr val="0F20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>
                    <a:solidFill>
                      <a:srgbClr val="0F20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>
                    <a:solidFill>
                      <a:srgbClr val="0F20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ACTIVE</a:t>
                      </a:r>
                    </a:p>
                  </a:txBody>
                  <a:tcPr>
                    <a:solidFill>
                      <a:srgbClr val="0F200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Item 02</a:t>
                      </a:r>
                    </a:p>
                  </a:txBody>
                  <a:tcPr>
                    <a:solidFill>
                      <a:srgbClr val="0B15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>
                    <a:solidFill>
                      <a:srgbClr val="0B15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>
                    <a:solidFill>
                      <a:srgbClr val="0B15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STANDBY</a:t>
                      </a:r>
                    </a:p>
                  </a:txBody>
                  <a:tcPr>
                    <a:solidFill>
                      <a:srgbClr val="0B150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Item 03</a:t>
                      </a:r>
                    </a:p>
                  </a:txBody>
                  <a:tcPr>
                    <a:solidFill>
                      <a:srgbClr val="0F20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>
                    <a:solidFill>
                      <a:srgbClr val="0F20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>
                    <a:solidFill>
                      <a:srgbClr val="0F20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OFFLINE</a:t>
                      </a:r>
                    </a:p>
                  </a:txBody>
                  <a:tcPr>
                    <a:solidFill>
                      <a:srgbClr val="0F200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Select="1" noResize="1" noMove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>
            <a:spLocks noSelect="1" noResize="1" noMove="1"/>
          </p:cNvSpPr>
          <p:nvPr/>
        </p:nvSpPr>
        <p:spPr>
          <a:xfrm>
            <a:off x="320040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>
            <a:spLocks noSelect="1" noResize="1" noMove="1"/>
          </p:cNvSpPr>
          <p:nvPr/>
        </p:nvSpPr>
        <p:spPr>
          <a:xfrm>
            <a:off x="32004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>
            <a:spLocks noSelect="1" noResize="1" noMove="1"/>
          </p:cNvSpPr>
          <p:nvPr/>
        </p:nvSpPr>
        <p:spPr>
          <a:xfrm>
            <a:off x="11548872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>
            <a:spLocks noSelect="1" noResize="1" noMove="1"/>
          </p:cNvSpPr>
          <p:nvPr/>
        </p:nvSpPr>
        <p:spPr>
          <a:xfrm>
            <a:off x="1181862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>
            <a:spLocks noSelect="1" noResize="1" noMove="1"/>
          </p:cNvSpPr>
          <p:nvPr/>
        </p:nvSpPr>
        <p:spPr>
          <a:xfrm>
            <a:off x="320040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>
            <a:spLocks noSelect="1" noResize="1" noMove="1"/>
          </p:cNvSpPr>
          <p:nvPr/>
        </p:nvSpPr>
        <p:spPr>
          <a:xfrm>
            <a:off x="32004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>
            <a:spLocks noSelect="1" noResize="1" noMove="1"/>
          </p:cNvSpPr>
          <p:nvPr/>
        </p:nvSpPr>
        <p:spPr>
          <a:xfrm>
            <a:off x="11548872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>
            <a:spLocks noSelect="1" noResize="1" noMove="1"/>
          </p:cNvSpPr>
          <p:nvPr/>
        </p:nvSpPr>
        <p:spPr>
          <a:xfrm>
            <a:off x="1181862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>
            <a:spLocks noSelect="1" noResize="1" noMove="1"/>
          </p:cNvSpPr>
          <p:nvPr/>
        </p:nvSpPr>
        <p:spPr>
          <a:xfrm>
            <a:off x="457200" y="1097280"/>
            <a:ext cx="457200" cy="4572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>
            <a:spLocks noSelect="1" noResize="1" noMove="1"/>
          </p:cNvSpPr>
          <p:nvPr/>
        </p:nvSpPr>
        <p:spPr>
          <a:xfrm>
            <a:off x="457200" y="1874519"/>
            <a:ext cx="11274552" cy="18288"/>
          </a:xfrm>
          <a:prstGeom prst="rect">
            <a:avLst/>
          </a:prstGeom>
          <a:solidFill>
            <a:srgbClr val="3B6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>
            <a:spLocks noSelect="1" noResize="1" noMove="1"/>
          </p:cNvSpPr>
          <p:nvPr/>
        </p:nvSpPr>
        <p:spPr>
          <a:xfrm>
            <a:off x="868680" y="6281928"/>
            <a:ext cx="10451592" cy="73152"/>
          </a:xfrm>
          <a:prstGeom prst="rect">
            <a:avLst/>
          </a:prstGeom>
          <a:solidFill>
            <a:srgbClr val="1A2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6281928"/>
            <a:ext cx="7838694" cy="7315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6025896"/>
            <a:ext cx="2743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7C459"/>
                </a:solidFill>
                <a:latin typeface="Courier New"/>
              </a:rPr>
              <a:t>PROGRESS: 75%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0175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3B6D11"/>
                </a:solidFill>
                <a:latin typeface="Courier New"/>
              </a:rPr>
              <a:t>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5872" y="30175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3B6D11"/>
                </a:solidFill>
                <a:latin typeface="Courier New"/>
              </a:rPr>
              <a:t>06 / 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1887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DD97"/>
                </a:solidFill>
                <a:latin typeface="Courier New"/>
              </a:rPr>
              <a:t>FIELD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920240"/>
            <a:ext cx="11548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39922"/>
                </a:solidFill>
                <a:latin typeface="Courier New"/>
              </a:rPr>
              <a:t>DATA REVIEW — SECTOR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42316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39922"/>
                </a:solidFill>
                <a:latin typeface="Courier New"/>
              </a:rPr>
              <a:t>&gt; Add your analysis points here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862072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39922"/>
                </a:solidFill>
                <a:latin typeface="Courier New"/>
              </a:rPr>
              <a:t>&gt; Keep bullets short and impactful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300984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39922"/>
                </a:solidFill>
                <a:latin typeface="Courier New"/>
              </a:rPr>
              <a:t>&gt; Replace with your own content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Select="1" noResize="1" noMove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>
            <a:spLocks noSelect="1" noResize="1" noMove="1"/>
          </p:cNvSpPr>
          <p:nvPr/>
        </p:nvSpPr>
        <p:spPr>
          <a:xfrm>
            <a:off x="320040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>
            <a:spLocks noSelect="1" noResize="1" noMove="1"/>
          </p:cNvSpPr>
          <p:nvPr/>
        </p:nvSpPr>
        <p:spPr>
          <a:xfrm>
            <a:off x="32004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>
            <a:spLocks noSelect="1" noResize="1" noMove="1"/>
          </p:cNvSpPr>
          <p:nvPr/>
        </p:nvSpPr>
        <p:spPr>
          <a:xfrm>
            <a:off x="11548872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>
            <a:spLocks noSelect="1" noResize="1" noMove="1"/>
          </p:cNvSpPr>
          <p:nvPr/>
        </p:nvSpPr>
        <p:spPr>
          <a:xfrm>
            <a:off x="1181862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>
            <a:spLocks noSelect="1" noResize="1" noMove="1"/>
          </p:cNvSpPr>
          <p:nvPr/>
        </p:nvSpPr>
        <p:spPr>
          <a:xfrm>
            <a:off x="320040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>
            <a:spLocks noSelect="1" noResize="1" noMove="1"/>
          </p:cNvSpPr>
          <p:nvPr/>
        </p:nvSpPr>
        <p:spPr>
          <a:xfrm>
            <a:off x="32004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>
            <a:spLocks noSelect="1" noResize="1" noMove="1"/>
          </p:cNvSpPr>
          <p:nvPr/>
        </p:nvSpPr>
        <p:spPr>
          <a:xfrm>
            <a:off x="11548872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>
            <a:spLocks noSelect="1" noResize="1" noMove="1"/>
          </p:cNvSpPr>
          <p:nvPr/>
        </p:nvSpPr>
        <p:spPr>
          <a:xfrm>
            <a:off x="1181862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>
            <a:spLocks noSelect="1" noResize="1" noMove="1"/>
          </p:cNvSpPr>
          <p:nvPr/>
        </p:nvSpPr>
        <p:spPr>
          <a:xfrm>
            <a:off x="457200" y="1097280"/>
            <a:ext cx="457200" cy="4572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>
            <a:spLocks noSelect="1" noResize="1" noMove="1"/>
          </p:cNvSpPr>
          <p:nvPr/>
        </p:nvSpPr>
        <p:spPr>
          <a:xfrm>
            <a:off x="457200" y="1874519"/>
            <a:ext cx="11274552" cy="18288"/>
          </a:xfrm>
          <a:prstGeom prst="rect">
            <a:avLst/>
          </a:prstGeom>
          <a:solidFill>
            <a:srgbClr val="3B6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>
            <a:spLocks noSelect="1" noResize="1" noMove="1"/>
          </p:cNvSpPr>
          <p:nvPr/>
        </p:nvSpPr>
        <p:spPr>
          <a:xfrm>
            <a:off x="868680" y="6281928"/>
            <a:ext cx="10451592" cy="73152"/>
          </a:xfrm>
          <a:prstGeom prst="rect">
            <a:avLst/>
          </a:prstGeom>
          <a:solidFill>
            <a:srgbClr val="1A2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6281928"/>
            <a:ext cx="9145143" cy="7315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6025896"/>
            <a:ext cx="2743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7C459"/>
                </a:solidFill>
                <a:latin typeface="Courier New"/>
              </a:rPr>
              <a:t>PROGRESS: 88%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0175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3B6D11"/>
                </a:solidFill>
                <a:latin typeface="Courier New"/>
              </a:rPr>
              <a:t>DEBRIEF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5872" y="30175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3B6D11"/>
                </a:solidFill>
                <a:latin typeface="Courier New"/>
              </a:rPr>
              <a:t>07 / 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1887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DD97"/>
                </a:solidFill>
                <a:latin typeface="Courier New"/>
              </a:rPr>
              <a:t>MISSION DEBRIEF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920240"/>
            <a:ext cx="11548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39922"/>
                </a:solidFill>
                <a:latin typeface="Courier New"/>
              </a:rPr>
              <a:t>POST-ACTION SUMMARY — ALL UNITS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42316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39922"/>
                </a:solidFill>
                <a:latin typeface="Courier New"/>
              </a:rPr>
              <a:t>&gt; Summarize key takeaways here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862072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39922"/>
                </a:solidFill>
                <a:latin typeface="Courier New"/>
              </a:rPr>
              <a:t>&gt; Call to action goes on the last slide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300984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39922"/>
                </a:solidFill>
                <a:latin typeface="Courier New"/>
              </a:rPr>
              <a:t>&gt; Progress bar reaches 100% — mission complete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