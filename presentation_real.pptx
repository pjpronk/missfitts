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922"/>
    <a:srgbClr val="0B1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90"/>
  </p:normalViewPr>
  <p:slideViewPr>
    <p:cSldViewPr snapToGrid="0" snapToObjects="1">
      <p:cViewPr varScale="1">
        <p:scale>
          <a:sx n="131" d="100"/>
          <a:sy n="131" d="100"/>
        </p:scale>
        <p:origin x="165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66087-EA77-704B-81F5-516A34ACC8FA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EA783-B2CA-5142-9628-1E5DB48548E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214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EA783-B2CA-5142-9628-1E5DB48548E7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370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0%</a:t>
            </a:r>
          </a:p>
        </p:txBody>
      </p:sp>
      <p:sp>
        <p:nvSpPr>
          <p:cNvPr id="14" name="TextBox 13"/>
          <p:cNvSpPr txBox="1">
            <a:spLocks noSelect="1" noMove="1" noResize="1"/>
          </p:cNvSpPr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5" name="Rectangle 14"/>
          <p:cNvSpPr>
            <a:spLocks noSelect="1" noMove="1" noResize="1"/>
          </p:cNvSpPr>
          <p:nvPr/>
        </p:nvSpPr>
        <p:spPr>
          <a:xfrm>
            <a:off x="5850696" y="0"/>
            <a:ext cx="18288" cy="68580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SYSTEM BOOT..........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00784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LOADING ASSETS.......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29968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ESTABLISHING LINK.... OK</a:t>
            </a:r>
          </a:p>
        </p:txBody>
      </p:sp>
      <p:sp>
        <p:nvSpPr>
          <p:cNvPr id="20" name="Rectangle 19"/>
          <p:cNvSpPr>
            <a:spLocks noSelect="1" noMove="1" noResize="1"/>
          </p:cNvSpPr>
          <p:nvPr/>
        </p:nvSpPr>
        <p:spPr>
          <a:xfrm>
            <a:off x="594360" y="2487168"/>
            <a:ext cx="256032" cy="36576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59" y="2674059"/>
            <a:ext cx="46281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3200" b="1" noProof="1">
                <a:solidFill>
                  <a:srgbClr val="C0DD97"/>
                </a:solidFill>
                <a:latin typeface="Courier New"/>
              </a:rPr>
              <a:t>Operation </a:t>
            </a:r>
            <a:r>
              <a:rPr lang="en-GB" sz="3200" b="1" noProof="0" dirty="0" err="1">
                <a:solidFill>
                  <a:srgbClr val="C0DD97"/>
                </a:solidFill>
                <a:latin typeface="Courier New"/>
              </a:rPr>
              <a:t>MissFits</a:t>
            </a:r>
            <a:endParaRPr lang="en-GB" sz="3200" b="1" noProof="1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2" name="Rectangle 21"/>
          <p:cNvSpPr>
            <a:spLocks noSelect="1" noMove="1" noResize="1"/>
          </p:cNvSpPr>
          <p:nvPr/>
        </p:nvSpPr>
        <p:spPr>
          <a:xfrm>
            <a:off x="594360" y="3429000"/>
            <a:ext cx="5256336" cy="1371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59" y="3329974"/>
            <a:ext cx="5256336" cy="276999"/>
          </a:xfrm>
          <a:prstGeom prst="rect">
            <a:avLst/>
          </a:prstGeom>
          <a:solidFill>
            <a:srgbClr val="0B150A"/>
          </a:solidFill>
        </p:spPr>
        <p:txBody>
          <a:bodyPr wrap="square">
            <a:spAutoFit/>
          </a:bodyPr>
          <a:lstStyle/>
          <a:p>
            <a:pPr algn="l"/>
            <a:r>
              <a:rPr lang="en-GB" sz="1200" dirty="0">
                <a:solidFill>
                  <a:srgbClr val="C0DD97"/>
                </a:solidFill>
                <a:latin typeface="Courier New"/>
              </a:rPr>
              <a:t>Evaluating </a:t>
            </a:r>
            <a:r>
              <a:rPr lang="en-GB" sz="1200" b="0" dirty="0">
                <a:solidFill>
                  <a:srgbClr val="C0DD97"/>
                </a:solidFill>
                <a:latin typeface="Courier New"/>
              </a:rPr>
              <a:t>Haptic Guidance for Aiming Optimization</a:t>
            </a:r>
            <a:endParaRPr sz="1200" b="0" dirty="0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37240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R2oD 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OPERATOR............ 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THIJMEN STAATSEN 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306823"/>
            <a:ext cx="287771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SOC3 CLEARANCE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.....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PO-YU HSIEH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7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en-GB" sz="1000" b="0" dirty="0">
                <a:solidFill>
                  <a:srgbClr val="639922"/>
                </a:solidFill>
                <a:latin typeface="Courier New"/>
              </a:rPr>
              <a:t>DATE OF BRIEFING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.... 26-03-2026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FCAE2B-1E19-2467-441B-55B0669A6C39}"/>
              </a:ext>
            </a:extLst>
          </p:cNvPr>
          <p:cNvSpPr txBox="1"/>
          <p:nvPr/>
        </p:nvSpPr>
        <p:spPr>
          <a:xfrm>
            <a:off x="594359" y="5294375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000" dirty="0">
                <a:solidFill>
                  <a:srgbClr val="639922"/>
                </a:solidFill>
                <a:latin typeface="Courier New"/>
              </a:rPr>
              <a:t>&gt;  DATE OF BRIEFING.... 26-03-2026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1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000" dirty="0">
                <a:solidFill>
                  <a:srgbClr val="639922"/>
                </a:solidFill>
                <a:latin typeface="Courier New"/>
              </a:rPr>
              <a:t>&gt;  DATE OF BRIEFING.... 26-03-2026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7305"/>
            <a:ext cx="9541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3B6D11"/>
                </a:solidFill>
                <a:latin typeface="Courier New"/>
              </a:rPr>
              <a:t>&gt;  READY _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56AB7CC-AF09-E56D-52AB-E749E19492AD}"/>
              </a:ext>
            </a:extLst>
          </p:cNvPr>
          <p:cNvCxnSpPr/>
          <p:nvPr/>
        </p:nvCxnSpPr>
        <p:spPr>
          <a:xfrm>
            <a:off x="640080" y="3258834"/>
            <a:ext cx="4901769" cy="0"/>
          </a:xfrm>
          <a:prstGeom prst="line">
            <a:avLst/>
          </a:prstGeom>
          <a:ln w="6350">
            <a:solidFill>
              <a:srgbClr val="63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1375029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MISSION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01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OPERATION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STRATEGIC OVERVIEW — UNIT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Use this slide for your title and mission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Subtitle acts as a secondary context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Corner brackets define the slide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2750058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02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PRIMARY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PHASE 1 TARGETS —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639922"/>
                </a:solidFill>
                <a:latin typeface="Courier New"/>
              </a:rPr>
              <a:t>&gt; State your main argument or goal clearly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Each bullet maps to one clear action or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Color draws the eye to what matters 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4125087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03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SINGLE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REPLACE PLACEHOLDER WITH YOUR IMAGE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1127455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5500116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04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DUAL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SIDE-BY-SIDE VISUAL COMPARISON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5545836" cy="3200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194560"/>
            <a:ext cx="554583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6875145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05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DATA TABLE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EDIT ROWS AND COLUMNS AS NEEDED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1945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A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B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01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ACTIVE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02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STANDBY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03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OFFLINE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8250174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06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FIELD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DATA REVIEW — SECTOR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Add your analysis points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Keep bullets short and impactful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Replace with your own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9625203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07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MISSION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POST-ACTION SUMMARY — ALL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Summarize key takeaways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Call to action goes on the last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Progress bar reaches 100% — mission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286</Words>
  <Application>Microsoft Macintosh PowerPoint</Application>
  <PresentationFormat>Custom</PresentationFormat>
  <Paragraphs>77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Paco Pronk Pronk</cp:lastModifiedBy>
  <cp:revision>3</cp:revision>
  <dcterms:created xsi:type="dcterms:W3CDTF">2013-01-27T09:14:16Z</dcterms:created>
  <dcterms:modified xsi:type="dcterms:W3CDTF">2026-03-26T16:55:40Z</dcterms:modified>
  <cp:category/>
</cp:coreProperties>
</file>